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Исследование спроса на самокаты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Работу выполняли Петров Павел, </a:t>
            </a:r>
            <a:r>
              <a:rPr lang="ru-RU" dirty="0" err="1" smtClean="0"/>
              <a:t>Чикризов</a:t>
            </a:r>
            <a:r>
              <a:rPr lang="ru-RU" dirty="0" smtClean="0"/>
              <a:t> Константин и Обухов Адам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175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Постановка задачи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ru-RU" sz="1800" dirty="0"/>
              <a:t>К</a:t>
            </a:r>
            <a:r>
              <a:rPr lang="ru-RU" sz="1800" dirty="0" smtClean="0"/>
              <a:t> </a:t>
            </a:r>
            <a:r>
              <a:rPr lang="ru-RU" sz="1800" dirty="0"/>
              <a:t>нам "обратилась" компания, предоставляющая самокаты в аренду. </a:t>
            </a:r>
            <a:r>
              <a:rPr lang="ru-RU" sz="1800" dirty="0" smtClean="0"/>
              <a:t>Она желает </a:t>
            </a:r>
            <a:r>
              <a:rPr lang="ru-RU" sz="1800" dirty="0"/>
              <a:t>оптимизировать свой бизнес - перейти на динамический тип </a:t>
            </a:r>
            <a:r>
              <a:rPr lang="ru-RU" sz="1800" dirty="0" smtClean="0"/>
              <a:t>ценообразования. </a:t>
            </a:r>
            <a:r>
              <a:rPr lang="ru-RU" sz="1800" dirty="0"/>
              <a:t>Перед нами стоит задача проанализировать эффективность ее текущей деятельности, выявить факторы, влияющие на спрос. 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18167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3010645" cy="1600200"/>
          </a:xfrm>
        </p:spPr>
        <p:txBody>
          <a:bodyPr/>
          <a:lstStyle/>
          <a:p>
            <a:r>
              <a:rPr lang="ru-RU" dirty="0" smtClean="0"/>
              <a:t>Разведывательный анализ </a:t>
            </a:r>
            <a:r>
              <a:rPr lang="en-US" dirty="0" smtClean="0"/>
              <a:t>EDA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1675" y="2170740"/>
            <a:ext cx="5189538" cy="3126120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AutoNum type="arabicPeriod"/>
            </a:pPr>
            <a:r>
              <a:rPr lang="ru-RU" dirty="0" smtClean="0"/>
              <a:t>Наиболее </a:t>
            </a:r>
            <a:r>
              <a:rPr lang="ru-RU" dirty="0"/>
              <a:t>популярный регион для поездок - центральный, а наименее популярный </a:t>
            </a:r>
            <a:r>
              <a:rPr lang="ru-RU" dirty="0" smtClean="0"/>
              <a:t>– заречный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ru-RU" dirty="0" err="1" smtClean="0"/>
              <a:t>Промокодом</a:t>
            </a:r>
            <a:r>
              <a:rPr lang="ru-RU" dirty="0" smtClean="0"/>
              <a:t> </a:t>
            </a:r>
            <a:r>
              <a:rPr lang="ru-RU" dirty="0"/>
              <a:t>воспользовались в 2% </a:t>
            </a:r>
            <a:r>
              <a:rPr lang="ru-RU" dirty="0" smtClean="0"/>
              <a:t>поездок</a:t>
            </a:r>
            <a:endParaRPr lang="en-US" dirty="0" smtClean="0"/>
          </a:p>
          <a:p>
            <a:pPr marL="342900" indent="-342900">
              <a:buAutoNum type="arabicPeriod"/>
            </a:pPr>
            <a:r>
              <a:rPr lang="ru-RU" dirty="0" smtClean="0"/>
              <a:t>Средняя </a:t>
            </a:r>
            <a:r>
              <a:rPr lang="ru-RU" dirty="0"/>
              <a:t>дистанция поездки - около 4 километров, средняя длительность 26 минут, средняя </a:t>
            </a:r>
            <a:r>
              <a:rPr lang="ru-RU" dirty="0" smtClean="0"/>
              <a:t>скорость 9.18</a:t>
            </a:r>
            <a:r>
              <a:rPr lang="en-US" dirty="0" smtClean="0"/>
              <a:t> </a:t>
            </a:r>
            <a:r>
              <a:rPr lang="ru-RU" dirty="0" smtClean="0"/>
              <a:t>км</a:t>
            </a:r>
            <a:r>
              <a:rPr lang="en-US" dirty="0" smtClean="0"/>
              <a:t>/</a:t>
            </a:r>
            <a:r>
              <a:rPr lang="ru-RU" dirty="0" smtClean="0"/>
              <a:t>ч.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448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трафика</a:t>
            </a:r>
            <a:endParaRPr lang="ru-RU" dirty="0"/>
          </a:p>
        </p:txBody>
      </p:sp>
      <p:pic>
        <p:nvPicPr>
          <p:cNvPr id="8" name="Рисунок 7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0110" b="10110"/>
          <a:stretch>
            <a:fillRect/>
          </a:stretch>
        </p:blipFill>
        <p:spPr>
          <a:xfrm>
            <a:off x="1155700" y="685800"/>
            <a:ext cx="8824913" cy="3719513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54953" y="5536665"/>
            <a:ext cx="9245191" cy="790244"/>
          </a:xfrm>
        </p:spPr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ru-RU" dirty="0"/>
              <a:t>Точка "Спортивная" является популярной конечной точкой.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"майская -&gt; спортивная" и "спортивная -&gt; майская" являются </a:t>
            </a:r>
            <a:r>
              <a:rPr lang="ru-RU" dirty="0" smtClean="0"/>
              <a:t>взаимообратными </a:t>
            </a:r>
            <a:r>
              <a:rPr lang="ru-RU" dirty="0"/>
              <a:t>и популярными, что говорит о каких то важных объектах в области близкой к этим точкам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389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трафика</a:t>
            </a:r>
            <a:endParaRPr lang="ru-RU" dirty="0"/>
          </a:p>
        </p:txBody>
      </p:sp>
      <p:pic>
        <p:nvPicPr>
          <p:cNvPr id="8" name="Рисунок 7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8045" r="8045"/>
          <a:stretch>
            <a:fillRect/>
          </a:stretch>
        </p:blipFill>
        <p:spPr>
          <a:xfrm>
            <a:off x="6548438" y="1143000"/>
            <a:ext cx="5467350" cy="3886200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01965" y="3429000"/>
            <a:ext cx="4895272" cy="27593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Перераспределение самокатов необходимо для </a:t>
            </a:r>
            <a:r>
              <a:rPr lang="ru-RU" dirty="0" smtClean="0"/>
              <a:t>избежание </a:t>
            </a:r>
            <a:r>
              <a:rPr lang="ru-RU" dirty="0"/>
              <a:t>их нехватки в каких то районах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повышения прибыльности и регуляции маршрута самокатов нам так же стоит поднять цену на поездки "внутри" района "Заречный" и "Октябрьский", ведь многие самокаты ездят именно внутри этих районов и естественным образом стекаются к ним, но не дают ощутимой прибыли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026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Корреляции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5700" y="2982817"/>
            <a:ext cx="5180013" cy="3229165"/>
          </a:xfrm>
          <a:prstGeom prst="rect">
            <a:avLst/>
          </a:prstGeom>
        </p:spPr>
      </p:pic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33379" y="2603499"/>
            <a:ext cx="4873529" cy="398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8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Корреляции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 этапе исследования были выявлены сильные зависимости от временных и погодных факторов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13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Гипотезы и полезные замечания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1154954" y="3038764"/>
            <a:ext cx="8825659" cy="2170545"/>
          </a:xfrm>
        </p:spPr>
        <p:txBody>
          <a:bodyPr/>
          <a:lstStyle/>
          <a:p>
            <a:r>
              <a:rPr lang="ru-RU" dirty="0"/>
              <a:t>Верно ли, что спрос на самокаты меняется в зависимости от дня недели?</a:t>
            </a:r>
          </a:p>
          <a:p>
            <a:pPr lvl="1"/>
            <a:r>
              <a:rPr lang="ru-RU" dirty="0"/>
              <a:t>Спрос меняется от дня недели. В какой то день нужно выставлять больше самокатов, чтобы покрыть спрос. В другие дни можно наоборот сэкономить и </a:t>
            </a:r>
            <a:r>
              <a:rPr lang="ru-RU" dirty="0" err="1"/>
              <a:t>выстовить</a:t>
            </a:r>
            <a:r>
              <a:rPr lang="ru-RU" dirty="0"/>
              <a:t> поменьше </a:t>
            </a:r>
            <a:r>
              <a:rPr lang="ru-RU" dirty="0" err="1"/>
              <a:t>самакатов</a:t>
            </a:r>
            <a:r>
              <a:rPr lang="ru-RU" dirty="0"/>
              <a:t>, если не ожидается большого ажиотажа на них, тем самым сократив издержки</a:t>
            </a:r>
            <a:r>
              <a:rPr lang="ru-RU" dirty="0" smtClean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8" y="6488668"/>
            <a:ext cx="618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Все гипотезы прошли статистические тесты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250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Гипотезы и полезные замечания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1154954" y="3038764"/>
            <a:ext cx="8825659" cy="3112654"/>
          </a:xfrm>
        </p:spPr>
        <p:txBody>
          <a:bodyPr/>
          <a:lstStyle/>
          <a:p>
            <a:r>
              <a:rPr lang="ru-RU" dirty="0" smtClean="0"/>
              <a:t>Верно </a:t>
            </a:r>
            <a:r>
              <a:rPr lang="ru-RU" dirty="0"/>
              <a:t>ли, что в выходные дни поездки более длительные?</a:t>
            </a:r>
          </a:p>
          <a:p>
            <a:pPr lvl="1"/>
            <a:r>
              <a:rPr lang="ru-RU" dirty="0"/>
              <a:t>Поездки в выходные занимают больше времени, а это значит, что этот фактор побуждает людей ездить дальше, чем они делают это обычно. Для бизнеса это означает, что выходные дни важный промежуток времени, в котором спрос на самокаты должен быть удовлетворён полностью, иначе возможны </a:t>
            </a:r>
            <a:r>
              <a:rPr lang="ru-RU" dirty="0" err="1"/>
              <a:t>недополучения</a:t>
            </a:r>
            <a:r>
              <a:rPr lang="ru-RU" dirty="0"/>
              <a:t> </a:t>
            </a:r>
            <a:r>
              <a:rPr lang="ru-RU" dirty="0" smtClean="0"/>
              <a:t>прибыль</a:t>
            </a:r>
          </a:p>
          <a:p>
            <a:r>
              <a:rPr lang="ru-RU" dirty="0"/>
              <a:t>Верно ли, что в будние дни поездки более скоростные?</a:t>
            </a:r>
          </a:p>
          <a:p>
            <a:pPr lvl="1"/>
            <a:r>
              <a:rPr lang="ru-RU" dirty="0"/>
              <a:t>Да, действительно в будние дни поездки </a:t>
            </a:r>
            <a:r>
              <a:rPr lang="ru-RU" dirty="0" smtClean="0"/>
              <a:t>скоростнее. </a:t>
            </a:r>
            <a:r>
              <a:rPr lang="ru-RU" dirty="0"/>
              <a:t>Факт, что поездки более скоростные по будням важно учесть при оценки состояния самокатов и их ремонте, ведь на высоких оборотах детали быстрее изнашиваются, а значит этот процесс надо контролировать.</a:t>
            </a:r>
            <a:endParaRPr lang="ru-RU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83128" y="6488668"/>
            <a:ext cx="618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Все гипотезы прошли статистические тесты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83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Регрессия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При обучении линейной регрессии мы получили оценку 0.8. Это означает, что модель может объяснить 80</a:t>
            </a:r>
            <a:r>
              <a:rPr lang="en-US" dirty="0" smtClean="0"/>
              <a:t>% </a:t>
            </a:r>
            <a:r>
              <a:rPr lang="ru-RU" dirty="0" smtClean="0"/>
              <a:t>всех зависимостей спроса. Эта точность очень высока для данных погоды и времени.</a:t>
            </a:r>
            <a:endParaRPr lang="ru-RU" dirty="0"/>
          </a:p>
        </p:txBody>
      </p:sp>
      <p:pic>
        <p:nvPicPr>
          <p:cNvPr id="19" name="Рисунок 18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351" r="3351"/>
          <a:stretch>
            <a:fillRect/>
          </a:stretch>
        </p:blipFill>
        <p:spPr>
          <a:xfrm>
            <a:off x="6548438" y="1143000"/>
            <a:ext cx="534828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3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 для бизнеса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54954" y="4738255"/>
            <a:ext cx="8825659" cy="1147112"/>
          </a:xfrm>
        </p:spPr>
        <p:txBody>
          <a:bodyPr>
            <a:noAutofit/>
          </a:bodyPr>
          <a:lstStyle/>
          <a:p>
            <a:r>
              <a:rPr lang="ru-RU" sz="1500" dirty="0"/>
              <a:t>По результатам моделирования видно, что модель на входных данных в виде погоды и календарных значений выявила хорошие зависимости с переменной спроса. Она может объяснить 80 процентов выборки, что для </a:t>
            </a:r>
            <a:r>
              <a:rPr lang="ru-RU" sz="1500" dirty="0" err="1"/>
              <a:t>кишеринга</a:t>
            </a:r>
            <a:r>
              <a:rPr lang="ru-RU" sz="1500" dirty="0"/>
              <a:t> очень хороший результат, так как мы не можем предоставить модели полной информации о системе (праздниках и их видах, мероприятиях в городах и других вещей, который невозможно/очень сложно учитывать</a:t>
            </a:r>
            <a:r>
              <a:rPr lang="ru-RU" sz="1500" dirty="0" smtClean="0"/>
              <a:t>) </a:t>
            </a:r>
            <a:r>
              <a:rPr lang="ru-RU" sz="1500" dirty="0"/>
              <a:t>Модель хорошо предсказывает спрос в обычных условиях, а значит бизнесу нужно нанять людей, которые будут следить за разными событиями в городе, чтобы корректировать показания </a:t>
            </a:r>
            <a:r>
              <a:rPr lang="ru-RU" sz="1500" dirty="0" smtClean="0"/>
              <a:t>модели под них.</a:t>
            </a: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183571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 для бизнеса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Больше всего на спрос влияет время, с ним нужно очень аккуратно работать при динамическом ценообразовании, это должен быть один из главных факторов, на который ориентируется цена.</a:t>
            </a:r>
            <a:endParaRPr lang="ru-RU" dirty="0"/>
          </a:p>
        </p:txBody>
      </p:sp>
      <p:sp>
        <p:nvSpPr>
          <p:cNvPr id="5" name="Текст 2"/>
          <p:cNvSpPr txBox="1">
            <a:spLocks/>
          </p:cNvSpPr>
          <p:nvPr/>
        </p:nvSpPr>
        <p:spPr>
          <a:xfrm>
            <a:off x="1154953" y="5856753"/>
            <a:ext cx="8825659" cy="8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none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mtClean="0"/>
              <a:t>Также погода вносит свои существенные корректировки в спрос. Это тоже нужно учитывать, так как эксплуатация самокатов в непогоду может ускорить их износ.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821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Ион (конференц-зал)</Template>
  <TotalTime>1484</TotalTime>
  <Words>593</Words>
  <Application>Microsoft Office PowerPoint</Application>
  <PresentationFormat>Широкоэкранный</PresentationFormat>
  <Paragraphs>34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Совет директоров</vt:lpstr>
      <vt:lpstr>Исследование спроса на самокаты</vt:lpstr>
      <vt:lpstr>Постановка задачи</vt:lpstr>
      <vt:lpstr>Разведывательный анализ EDA</vt:lpstr>
      <vt:lpstr>Анализ трафика</vt:lpstr>
      <vt:lpstr>Анализ трафика</vt:lpstr>
      <vt:lpstr>Корреляции</vt:lpstr>
      <vt:lpstr>Корреляции</vt:lpstr>
      <vt:lpstr>Гипотезы и полезные замечания</vt:lpstr>
      <vt:lpstr>Гипотезы и полезные замечания</vt:lpstr>
      <vt:lpstr>Регрессия</vt:lpstr>
      <vt:lpstr>Выводы для бизнеса</vt:lpstr>
      <vt:lpstr>Выводы для бизнеса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Исследование спроса на самокаты</dc:title>
  <dc:creator>User</dc:creator>
  <cp:lastModifiedBy>User</cp:lastModifiedBy>
  <cp:revision>10</cp:revision>
  <dcterms:created xsi:type="dcterms:W3CDTF">2025-12-14T20:21:29Z</dcterms:created>
  <dcterms:modified xsi:type="dcterms:W3CDTF">2025-12-15T21:05:52Z</dcterms:modified>
</cp:coreProperties>
</file>